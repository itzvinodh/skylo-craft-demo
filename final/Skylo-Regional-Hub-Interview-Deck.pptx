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331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SKYLO REGIONAL HUB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Architecture Design — us-west-2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7033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Cloud Engineer take-home — network, compute, storage, security, and the end-to-end service-time budget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100584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5720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ingress from satellite ground stations  ·  containerized 3GPP core processing  ·  single AZ-resilient hub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hub does, and what it must survive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4800600"/>
          </a:xfrm>
          <a:prstGeom prst="roundRect">
            <a:avLst>
              <a:gd name="adj" fmla="val 2286"/>
            </a:avLst>
          </a:prstGeom>
          <a:solidFill>
            <a:srgbClr val="F4F6FB"/>
          </a:solidFill>
          <a:ln w="12700">
            <a:solidFill>
              <a:srgbClr val="F4F6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functions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224028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194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ingress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53288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High-volume, real-time connectivity data from multiple satellite ground stations, arriving over AWS Direct Connect.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68680" y="374904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7033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network processing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04164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Containerized 3GPP core components managing device sessions, processing data, routing traffic.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hub #1 of many — us-west-2, 3 AZs.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99632" y="1417320"/>
            <a:ext cx="5440680" cy="4800600"/>
          </a:xfrm>
          <a:prstGeom prst="roundRect">
            <a:avLst>
              <a:gd name="adj" fmla="val 228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19672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that matter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19672" y="2295144"/>
            <a:ext cx="100584" cy="10058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12280" y="216712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Resilient to single-AZ failure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519672" y="2916936"/>
            <a:ext cx="100584" cy="10058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12280" y="2788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scales with traffic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519672" y="3538728"/>
            <a:ext cx="100584" cy="10058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12280" y="341071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and zero-trust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19672" y="4160520"/>
            <a:ext cx="100584" cy="10058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12280" y="403250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already in scope org-wide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19672" y="4782312"/>
            <a:ext cx="100584" cy="10058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12280" y="465429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provisioned as IaC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5404104"/>
            <a:ext cx="100584" cy="10058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12280" y="527608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connect to Direct Connect and to other Skylo AWS Organization accounts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Skylo Regional Hub — AWS Architecture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52144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NETWORK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VPC, subnet tiers, route tables, NAT, TGW attachment</a:t>
            </a:r>
            <a:endParaRPr lang="en-US" sz="2800" dirty="0"/>
          </a:p>
        </p:txBody>
      </p:sp>
      <p:pic>
        <p:nvPicPr>
          <p:cNvPr id="4" name="Image 0" descr="/tmp/skylo/work/diagrams/network-des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476" y="1234440"/>
            <a:ext cx="9144000" cy="5064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Skylo Regional Hub — AWS Architecture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52144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CIDR STRATEGY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disjoint address families — collision is structural, not conventional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FBFC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276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VPCs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659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10.0.0.0/9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06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/16 per hub, sequential from central IPAM. This hub: 10.100.0.0/16.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41732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FBFC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16276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segments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19659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10.128.0.0/9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606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/16 per hub's ground side. This hub: 10.200.0.0/16. Same /8, other half.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41732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FBFC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162763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/ shared accounts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19659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172.16.0.0/12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6060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RFC1918 block entirely — not a sub-range of 10.0.0.0/8 at all.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FFF7ED"/>
          </a:solidFill>
          <a:ln w="12700">
            <a:solidFill>
              <a:srgbClr val="FDE1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16052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holds as Skylo scales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48056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VPCs and ground segments are two halves of the same /8 — deliberately chosen so neither can ever grow into the other. Org accounts sit in a different RFC1918 block altogether. That's a structural property, not a naming convention someone has to keep enforcing correctly: adding hub #37 tomorrow cannot collide with any existing hub's ground segment or any org account, by construction.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235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secondary CIDR (cluster-local, never crosses the TGW): 100.64.0.0/10 — reused identically by every hub, zero IPAM budget consumed.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Skylo Regional Hub — AWS Architecture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source system → pods → customer access</a:t>
            </a:r>
            <a:endParaRPr lang="en-US" sz="2800" dirty="0"/>
          </a:p>
        </p:txBody>
      </p:sp>
      <p:pic>
        <p:nvPicPr>
          <p:cNvPr id="4" name="Image 0" descr="/tmp/skylo/work/diagrams/architecture-data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188720"/>
            <a:ext cx="10058400" cy="5029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Skylo Regional Hub — AWS Architecture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52144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SERVICE TIME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network to pod API, and pod to customer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FBFC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~5–30 ms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9572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station → Direct Connect → TGW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99232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Dominated by physical backhaul distance — Skylo's terrestrial link, not this hub's AWS design.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46304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FBFC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1691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7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~3–5 ms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39572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AWS-managed hops inside the hub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999232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TGW attach + in-VPC hops, pod to pod, pod to NLB. The only segment this design actually controls.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463040"/>
            <a:ext cx="3611880" cy="2651760"/>
          </a:xfrm>
          <a:prstGeom prst="roundRect">
            <a:avLst>
              <a:gd name="adj" fmla="val 3448"/>
            </a:avLst>
          </a:prstGeom>
          <a:solidFill>
            <a:srgbClr val="FBFC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6760" y="169164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~20–100+ ms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39572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NLB → IGW → internet → customer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2999232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Dominated by the customer's own network distance and access path — outside this hub's control.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34340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F4F6FB"/>
          </a:solidFill>
          <a:ln w="12700">
            <a:solidFill>
              <a:srgbClr val="F4F6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553712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Session/application processing time is counted separately — it's workload-dependent, not a network number. And these are order-of-magnitude engineering estimates from AWS's published component characteristics, not benchmarked figures — stated as ranges on purpose rather than a false-precision single number.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Skylo Regional Hub — AWS Architecture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COMPUTE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EKS, chosen against the workload's own networking needs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6720840" cy="3794760"/>
          </a:xfrm>
          <a:prstGeom prst="roundRect">
            <a:avLst>
              <a:gd name="adj" fmla="val 2410"/>
            </a:avLst>
          </a:prstGeom>
          <a:solidFill>
            <a:srgbClr val="FBFC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27632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EKS, not ECS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103120"/>
            <a:ext cx="82296" cy="8229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1965960"/>
            <a:ext cx="5989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Core-network pods need low-level networking — custom CNI, multiple NICs, host networking for some components. ECS exposes neither launch type at that layer.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22960" y="2944368"/>
            <a:ext cx="82296" cy="8229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807208"/>
            <a:ext cx="5989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Karpenter (not cluster-autoscaler): provisions against actual pending-pod shape — data-ingress and core-processing nodes want different instance types; a fixed ASG per type is the rigidity Karpenter removes.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22960" y="3785616"/>
            <a:ext cx="82296" cy="8229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648456"/>
            <a:ext cx="5989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Telco-core vendor software ships as Helm charts/Operators with CRDs — not ECS task definitions.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4626864"/>
            <a:ext cx="82296" cy="8229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4489704"/>
            <a:ext cx="5989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Portability: the same core stack can move to the edge or a second cloud later; ECS task definitions don't.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52360" y="1417320"/>
            <a:ext cx="4187952" cy="173736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26680" y="16276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stated honestly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19659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heavier operational surface — control-plane upgrades, add-on management, a real on-call skill requirement ECS mostly hides. Accepted because the networking need is non-negotiable, not because Kubernetes is fashionable.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452360" y="3291840"/>
            <a:ext cx="4187952" cy="1920240"/>
          </a:xfrm>
          <a:prstGeom prst="roundRect">
            <a:avLst>
              <a:gd name="adj" fmla="val 4762"/>
            </a:avLst>
          </a:prstGeom>
          <a:solidFill>
            <a:srgbClr val="FFF7ED"/>
          </a:solidFill>
          <a:ln w="12700">
            <a:solidFill>
              <a:srgbClr val="FDE1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3493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reverse this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3822192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this hub's scope turns out to be only stateless session/control logic — nothing needing host networking or a custom CNI — ECS/Fargate drops the operational overhead substantially.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6177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Reversing question: does this hub run the packet-processing workload, or only session/control logic?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Skylo Regional Hub — AWS Architecture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52144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STORAGE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service per job, picked for the access pattern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FBFC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733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 session state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305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throughput, low latency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977640" y="167335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ElastiCache (Redis/Valkey), multi-AZ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1673352"/>
            <a:ext cx="397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reads for session lookups, native TTL for expiry, multi-AZ replication for failover.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FBFC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27355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connection-log archival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7307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Durability + auditability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327355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S3, Standard → Intelligent-Tiering/Glacier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3273552"/>
            <a:ext cx="397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and cheap at volume; queryable directly (Athena/Glue) for SOC 2 evidence pulls.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84632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FF7ED"/>
          </a:solidFill>
          <a:ln w="12700">
            <a:solidFill>
              <a:srgbClr val="FDE1C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02920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Nuance worth stating out loud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32180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Multi-AZ gives infrastructure-level failover automatically — but a cluster-mode-enabled client still needs to be cluster-aware (MOVED/ASK redirects) to benefit from it. “No app-level handling” is only fully true with cluster-mode-disabled behind a client-side proxy. Confirm which posture the client library actually supports.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Skylo Regional Hub — AWS Architecture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 · SECURITY &amp; OBSERVABILITY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Zero-trust by default, not bolted on at the end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0" cy="4800600"/>
          </a:xfrm>
          <a:prstGeom prst="roundRect">
            <a:avLst>
              <a:gd name="adj" fmla="val 25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 — deliberately withheld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82296" cy="82296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14884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wildcard (*) action or resource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2999232"/>
            <a:ext cx="82296" cy="82296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862072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iam:PassRole / iam:CreateRole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3712464"/>
            <a:ext cx="82296" cy="82296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575304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Rights to modify SGs, route tables, or TGW attachments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" y="4425696"/>
            <a:ext cx="82296" cy="82296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4288536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Cross-account sts:AssumeRole beyond the 1–2 roles actually needed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5138928"/>
            <a:ext cx="3108960" cy="0"/>
          </a:xfrm>
          <a:prstGeom prst="line">
            <a:avLst/>
          </a:prstGeom>
          <a:noFill/>
          <a:ln w="12700">
            <a:solidFill>
              <a:srgbClr val="3B438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7608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sg-nlb-public is the only internet-facing SG. sg-eks-private trusts that SG's ID — never 0.0.0.0/0.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16552" y="1417320"/>
            <a:ext cx="3520440" cy="4800600"/>
          </a:xfrm>
          <a:prstGeom prst="roundRect">
            <a:avLst>
              <a:gd name="adj" fmla="val 2597"/>
            </a:avLst>
          </a:prstGeom>
          <a:solidFill>
            <a:srgbClr val="FBFC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90872" y="1645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3 security services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690872" y="21488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7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074920" y="2148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Config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24414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SOC 2 evidence engine + drift detection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690872" y="299008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7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299008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GuardDuty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074920" y="328269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“did something bad happen,” near-zero setup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690872" y="383133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478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074920" y="383133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Hub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074920" y="41239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both into one CIS/FSBP view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90872" y="4718304"/>
            <a:ext cx="29718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90872" y="485546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alerting metrics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4690872" y="517550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crash-loop/OOMKilled  ·  P99 session-processing latency  ·  Scheduling/capacity saturation (watching NAT + ElastiCache limits, not just node count)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165592" y="1417320"/>
            <a:ext cx="3474720" cy="4800600"/>
          </a:xfrm>
          <a:prstGeom prst="roundRect">
            <a:avLst>
              <a:gd name="adj" fmla="val 2632"/>
            </a:avLst>
          </a:prstGeom>
          <a:solidFill>
            <a:srgbClr val="FFF7ED"/>
          </a:solidFill>
          <a:ln w="12700">
            <a:solidFill>
              <a:srgbClr val="FDE1C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439912" y="16459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3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&amp; monitoring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439912" y="21031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Managed Prometheus + Grafana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39912" y="24871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Kubernetes-native metrics and dashboards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439912" y="3063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 → OpenSearch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439912" y="34015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VPC Flow Logs, SOC 2 audit trail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439912" y="3977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439912" y="431596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AWS-service-level signals only (NAT, TGW, ElastiCache) — not forced to carry everything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Skylo Regional Hub — AWS Architecture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152144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AND WHAT I EXPECT TO DEFEND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for the first 30 minutes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4800600"/>
          </a:xfrm>
          <a:prstGeom prst="roundRect">
            <a:avLst>
              <a:gd name="adj" fmla="val 1905"/>
            </a:avLst>
          </a:prstGeom>
          <a:solidFill>
            <a:srgbClr val="F4F6FB"/>
          </a:solidFill>
          <a:ln w="12700">
            <a:solidFill>
              <a:srgbClr val="F4F6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out of scope here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116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Region-loss DR (RTO/RPO target and its cost). Single-AZ resilience is the named constraint and is built into the network/compute design already — that's not DR, it's the baseline. Region failover is a real follow-up question with a verbal answer ready; it's kept out of the written artifact so it stays focused on what's asked.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611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internal 3GPP sub-function naming (AMF/SMF/UPF) in the diagrams — kept generic as “data-ingress” and “core-network” pods for a simpler conversation.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9632" y="1417320"/>
            <a:ext cx="5440680" cy="4800600"/>
          </a:xfrm>
          <a:prstGeom prst="roundRect">
            <a:avLst>
              <a:gd name="adj" fmla="val 190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6459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I'll defend if pushed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92240" y="2157984"/>
            <a:ext cx="91440" cy="914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66560" y="2029968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over ECS — reverses if the workload turns out to be session/control-only.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92240" y="3026664"/>
            <a:ext cx="91440" cy="914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2898648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TGW attachment in private subnets, no dedicated tgw-attach tier — reverses on a security review.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92240" y="3895344"/>
            <a:ext cx="91440" cy="914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0" y="3767328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ElastiCache failover claim depends on the client library being cluster-aware — needs confirming.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92240" y="4764024"/>
            <a:ext cx="91440" cy="914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4636008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Direct Connect circuit, as scoped — production hardening would add a second circuit.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2881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Skylo Regional Hub — AWS Architecture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B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2606040"/>
            <a:ext cx="9966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Structure, naming, and boundaries should survive contact with the follow-up questions.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411480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NETWORK-DESIGN.md  ·  DESIGN.md  ·  vpc.md  ·  vpc.tf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2026-09-06T08:26:32Z</dcterms:created>
  <dcterms:modified xsi:type="dcterms:W3CDTF">2026-09-06T08:26:32Z</dcterms:modified>
</cp:coreProperties>
</file>