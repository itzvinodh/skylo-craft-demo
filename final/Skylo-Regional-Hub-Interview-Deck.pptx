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SKYLO REGIONAL HUB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Architecture Design — us-west-2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033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Cloud Engineer take-home — network, compute, storage, security, and the end-to-end service-time budget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10058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572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ingress from satellite ground stations  ·  containerized 3GPP core processing  ·  single AZ-resilient hub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hub does, and what it must survive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800600"/>
          </a:xfrm>
          <a:prstGeom prst="roundRect">
            <a:avLst>
              <a:gd name="adj" fmla="val 228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functions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94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ingress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53288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High-volume, real-time connectivity data from multiple satellite ground stations, arriving over AWS Direct Connect.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7033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network processing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04164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3GPP core components managing device sessions, processing data, routing traffic.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hub #1 of many — us-west-2, 3 AZs.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99632" y="1417320"/>
            <a:ext cx="5440680" cy="4800600"/>
          </a:xfrm>
          <a:prstGeom prst="roundRect">
            <a:avLst>
              <a:gd name="adj" fmla="val 2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9672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that matter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19672" y="2295144"/>
            <a:ext cx="100584" cy="1005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12280" y="21671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to single-AZ failure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19672" y="2916936"/>
            <a:ext cx="100584" cy="1005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12280" y="2788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scales with traffic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19672" y="3538728"/>
            <a:ext cx="100584" cy="1005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41071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and zero-trust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19672" y="4160520"/>
            <a:ext cx="100584" cy="1005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40325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already in scope org-wide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19672" y="4782312"/>
            <a:ext cx="100584" cy="1005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12280" y="46542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provisioned as IaC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19672" y="5404104"/>
            <a:ext cx="100584" cy="100584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12280" y="527608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connect to Direct Connect and to other Skylo AWS Organization accounts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Skylo Regional Hub — AWS Architecture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NETWORK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VPC, subnet tiers, route tables, NAT, TGW attachment</a:t>
            </a:r>
            <a:endParaRPr lang="en-US" sz="2800" dirty="0"/>
          </a:p>
        </p:txBody>
      </p:sp>
      <p:pic>
        <p:nvPicPr>
          <p:cNvPr id="4" name="Image 0" descr="/tmp/skylo/work/diagrams/network-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234440"/>
            <a:ext cx="9144000" cy="50642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Skylo Regional Hub — AWS Architecture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CIDR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disjoint address families — collision is structural, not conventional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VPCs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10.0.0.0/9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/16 per hub, sequential from central IPAM. This hub: 10.100.0.0/16.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627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segments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1965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10.128.0.0/9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/16 per hub's ground side. This hub: 10.200.0.0/16. Same /8, other half.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611880" cy="2331720"/>
          </a:xfrm>
          <a:prstGeom prst="roundRect">
            <a:avLst>
              <a:gd name="adj" fmla="val 3922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16276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/ shared accounts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19659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172.16.0.0/12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RFC1918 block entirely — not a sub-range of 10.0.0.0/8 at all.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FF7ED"/>
          </a:solidFill>
          <a:ln w="12700">
            <a:solidFill>
              <a:srgbClr val="FDE1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1605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this replaces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4805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placeholder used 10.96.0.0/11 for org CIDRs — which actually overlaps 10.100.0.0/16, the hub's own VPC. AWS's implicit local-route precedence hides the symptom, but it directly contradicts the “no collisions as we add hubs” claim. Three disjoint address families close it structurally: hub ≠ ground ≠ org, permanently.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secondary CIDR (cluster-local, never crosses the TGW): 100.64.0.0/10 — reused identically by every hub, zero IPAM budget consumed.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Skylo Regional Hub — AWS Architecture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source system → pods → customer access</a:t>
            </a:r>
            <a:endParaRPr lang="en-US" sz="2800" dirty="0"/>
          </a:p>
        </p:txBody>
      </p:sp>
      <p:pic>
        <p:nvPicPr>
          <p:cNvPr id="4" name="Image 0" descr="/tmp/skylo/work/diagrams/architecture-data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1188720"/>
            <a:ext cx="10058400" cy="5029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Skylo Regional Hub — AWS Architecture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SERVICE TIME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network to pod API, and pod to customer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~5–30 ms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957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station → Direct Connect → TGW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9923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physical backhaul distance — Skylo's terrestrial link, not this hub's AWS design.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6916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~3–5 ms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3957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AWS-managed hops inside the hub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99923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TGW attach + in-VPC hops, pod to pod, pod to NLB. The only segment this design actually controls.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611880" cy="2651760"/>
          </a:xfrm>
          <a:prstGeom prst="roundRect">
            <a:avLst>
              <a:gd name="adj" fmla="val 3448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6916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~20–100+ ms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3957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NLB → IGW → internet → customer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999232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Dominated by the customer's own network distance and access path — outside this hub's control.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553712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Session/application processing time is counted separately — it's workload-dependent, not a network number. And these are order-of-magnitude engineering estimates from AWS's published component characteristics, not benchmarked figures. Conflating illustrative numbers with measured SLIs is exactly the mistake this design avoids repeating.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Skylo Regional Hub — AWS Architecture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COMPUTE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EKS, chosen against the workload's own networking needs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720840" cy="3794760"/>
          </a:xfrm>
          <a:prstGeom prst="roundRect">
            <a:avLst>
              <a:gd name="adj" fmla="val 2410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EKS, not ECS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82296" cy="822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1965960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Core-network pods need low-level networking — custom CNI, multiple NICs, host networking for some components. ECS exposes neither launch type at that layer.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944368"/>
            <a:ext cx="82296" cy="822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807208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Karpenter (not cluster-autoscaler): provisions against actual pending-pod shape — data-ingress and core-processing nodes want different instance types; a fixed ASG per type is the rigidity Karpenter removes.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82296" cy="822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648456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Telco-core vendor software ships as Helm charts/Operators with CRDs — not ECS task definitions.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626864"/>
            <a:ext cx="82296" cy="822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4489704"/>
            <a:ext cx="5989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Portability: the same core stack can move to the edge or a second cloud later; ECS task definitions don't.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1417320"/>
            <a:ext cx="4187952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26680" y="1627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stated honestly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19659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heavier operational surface — control-plane upgrades, add-on management, a real on-call skill requirement ECS mostly hides. Accepted because the networking need is non-negotiable, not because Kubernetes is fashionable.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52360" y="3291840"/>
            <a:ext cx="4187952" cy="1920240"/>
          </a:xfrm>
          <a:prstGeom prst="roundRect">
            <a:avLst>
              <a:gd name="adj" fmla="val 4762"/>
            </a:avLst>
          </a:prstGeom>
          <a:solidFill>
            <a:srgbClr val="FFF7ED"/>
          </a:solidFill>
          <a:ln w="12700">
            <a:solidFill>
              <a:srgbClr val="FDE1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26680" y="3493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reverse this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382219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hub's scope turns out to be only stateless session/control logic — nothing needing host networking or a custom CNI — ECS/Fargate drops the operational overhead substantially.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4617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question: does this hub run the packet-processing workload, or only session/control logic?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Skylo Regional Hub — AWS Architecture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STORAGE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service per job, picked for the access pattern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73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session state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305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throughput, low latency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1673352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(Redis/Valkey), multi-AZ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67335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reads for session lookups, native TTL for expiry, multi-AZ replication for failover.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273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connection-log archival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30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+ auditability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3273552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Standard → Intelligent-Tiering/Glacier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327355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and cheap at volume; queryable directly (Athena/Glue) for SOC 2 evidence pulls.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7ED"/>
          </a:solidFill>
          <a:ln w="12700">
            <a:solidFill>
              <a:srgbClr val="FDE1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0292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 worth stating out loud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32180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gives infrastructure-level failover automatically — but a cluster-mode-enabled client still needs to be cluster-aware (MOVED/ASK redirects) to benefit from it. “No app-level handling” is only fully true with cluster-mode-disabled behind a client-side proxy. Confirm which posture the client library actually supports.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Skylo Regional Hub — AWS Architecture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· SECURITY &amp; OBSERVABILITY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Zero-trust by default, not bolted on at the 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480060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IRSA — deliberately withheld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82296" cy="822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1488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wildcard (*) action or resource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999232"/>
            <a:ext cx="82296" cy="822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86207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iam:PassRole / iam:CreateRole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712464"/>
            <a:ext cx="82296" cy="822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57530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to modify SGs, route tables, or TGW attachments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425696"/>
            <a:ext cx="82296" cy="8229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428853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sts:AssumeRole beyond the 1–2 roles actually needed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5138928"/>
            <a:ext cx="3108960" cy="0"/>
          </a:xfrm>
          <a:prstGeom prst="line">
            <a:avLst/>
          </a:prstGeom>
          <a:noFill/>
          <a:ln w="12700">
            <a:solidFill>
              <a:srgbClr val="3B438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760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sg-nlb-public is the only internet-facing SG. sg-eks-private trusts that SG's ID — never 0.0.0.0/0.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16552" y="1417320"/>
            <a:ext cx="3520440" cy="4800600"/>
          </a:xfrm>
          <a:prstGeom prst="roundRect">
            <a:avLst>
              <a:gd name="adj" fmla="val 2597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90872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security services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690872" y="21488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2148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Config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2441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 2 evidence engine + drift detection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690872" y="29900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29900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74920" y="32826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something bad happen,” near-zero setup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690872" y="383133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38313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Hub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074920" y="41239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both into one CIS/FSBP view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90872" y="4718304"/>
            <a:ext cx="2971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90872" y="48554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alerting metrics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690872" y="517550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crash-loop/OOMKilled  ·  P99 session-processing latency  ·  Scheduling/capacity saturation (watching NAT + ElastiCache limits, not just node count)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65592" y="1417320"/>
            <a:ext cx="3474720" cy="4800600"/>
          </a:xfrm>
          <a:prstGeom prst="roundRect">
            <a:avLst>
              <a:gd name="adj" fmla="val 2632"/>
            </a:avLst>
          </a:prstGeom>
          <a:solidFill>
            <a:srgbClr val="FFF7ED"/>
          </a:solidFill>
          <a:ln w="12700">
            <a:solidFill>
              <a:srgbClr val="FDE1C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39912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8439912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Managed Prometheus + Grafana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439912" y="24871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Kubernetes-native metrics and dashboards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439912" y="3063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Bit → OpenSearch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439912" y="3401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+ VPC Flow Logs, SOC 2 audit trail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439912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439912" y="431596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AWS-service-level signals only (NAT, TGW, ElastiCache) — not forced to carry everything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Skylo Regional Hub — AWS Architecture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NOTES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from the earlier draft, and why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collision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15727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10.96.0.0/11 overlapped the hub's own 10.100.0.0/16.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995160" y="157276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disjoint address families (10.0.0.0/9 / 10.128.0.0/9 / 172.16.0.0/12) — structurally impossible to collide.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614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TGW segmentation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76148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vs. org traffic separation was asserted in prose, not drawn.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27614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explicit route tables on the TGW attachment, shown in the diagram.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9502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surface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95020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diagram showed a workload path straight to the internet, bypassing the NLB.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395020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public surface: the NLB. Drawn and stated as a hard rule.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BFC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13892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figures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513892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numbers (“5ms,” “2ms”) were invented, not measured.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513892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Ranges, labeled explicitly as order-of-magnitude estimates — not benchmarks.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Skylo Regional Hub — AWS Architecture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AND WHAT I EXPECT TO DEFEND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the first 30 minutes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4800600"/>
          </a:xfrm>
          <a:prstGeom prst="roundRect">
            <a:avLst>
              <a:gd name="adj" fmla="val 190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out of scope here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Region-loss DR (RTO/RPO target and its cost). Single-AZ resilience is the named constraint and is built into the network/compute design already — that's not DR, it's the baseline. Region failover is a real follow-up question with a verbal answer ready; it's kept out of the written artifact so it stays focused on what's asked.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3GPP sub-function naming (AMF/SMF/UPF) in the diagrams — kept generic as “data-ingress” and “core-network” pods for a simpler conversation.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9632" y="1417320"/>
            <a:ext cx="5440680" cy="4800600"/>
          </a:xfrm>
          <a:prstGeom prst="roundRect">
            <a:avLst>
              <a:gd name="adj" fmla="val 190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645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I'll defend if pushed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2157984"/>
            <a:ext cx="91440" cy="914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202996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over ECS — reverses if the workload turns out to be session/control-only.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3026664"/>
            <a:ext cx="91440" cy="914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289864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TGW attachment in private subnets, no dedicated tgw-attach tier — reverses on a security review.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3895344"/>
            <a:ext cx="91440" cy="914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376732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ElastiCache failover claim depends on the client library being cluster-aware — needs confirming.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4764024"/>
            <a:ext cx="91440" cy="9144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463600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Direct Connect circuit, as scoped — production hardening would add a second circuit.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Skylo Regional Hub — AWS Architecture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60604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Structure, naming, and boundaries should survive contact with the follow-up questions.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41148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NETWORK-DESIGN.md  ·  DESIGN.md  ·  vpc.md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2026-09-06T07:54:20Z</dcterms:created>
  <dcterms:modified xsi:type="dcterms:W3CDTF">2026-09-06T07:54:20Z</dcterms:modified>
</cp:coreProperties>
</file>